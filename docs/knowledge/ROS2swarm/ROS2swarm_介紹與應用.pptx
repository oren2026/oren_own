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ROS2swarm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用於群體機器人行為的 ROS 2 軟體包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1A7FC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Tanja Katharina Kaiser 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德國呂貝克大學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arXiv:2405.02438v1  •  2024年5月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7FC1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 Robotics  •  ROS 2  •  去中心化架構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叢集機器人學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960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去中心化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325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沒有中央控制節點，每個機器人自主決策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828800"/>
            <a:ext cx="4572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簡單規則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單一機器人行為簡單，依賴協作產生複雜行為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788920"/>
            <a:ext cx="4572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湧現行為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大量個體互動後，產生預期外的整體行為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3749040"/>
            <a:ext cx="4572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高穩健性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部分成員失效不影響任務，無單點故障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「相對簡單的機器人協同完成任務，最大優勢是系統的穩健性」— Hamann, 2018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 ROS2 更適合叢集？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1 — 中央主節點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依賴中央 ROS Master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與去中心化概念相違背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單點故障風險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擴展性受限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— DDS 去中心化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無中央主節點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資料分發服務 (DDS) 中間件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真正的去中心化架構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平台無關性高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的 DDS 中間件實現了真正的去中心化，更符合叢集機器人的核心概念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現有方案的問題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依賴中央元件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多數現有 ROS 軟體包仍依賴中央 ROS Master，與去中心化理念違背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缺乏通用框架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通用的「群體庫」尚不存在，程式碼重用困難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硬體綁定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機器人平台多樣性高，現有方案往往硬體相關，難以跨平台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實驗困難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原型設計和實驗往往需要機器人間通訊，原型設計複雜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ROS2swarm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一個即用型的 ROS 2 叢集行為庫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2194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模組化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2514600"/>
            <a:ext cx="11887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AbstractPattern 基類，所有行為皆可獨立或組合使用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2194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平台無關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23360" y="2514600"/>
            <a:ext cx="11887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 TurtleBot3、Jackal，極易擴展到其他 ROS 2 平台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2194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易擴展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2514600"/>
            <a:ext cx="11887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新增行為只需繼承 AbstractPattern，啟動腳本自動整合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所有行為在每個機器人上自主獨立執行，透過全域命名空間 ROS 2 主題共享必要資料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https://gitlab.iti.uni-luebeck.de/ROS2/ros2swarm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軟體架構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AbstractPattern 基類 → 兩大模式分支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0" y="1188720"/>
            <a:ext cx="3657600" cy="6400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234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AbstractPattern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0" cy="36576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194560"/>
            <a:ext cx="4572000" cy="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194560"/>
            <a:ext cx="0" cy="27432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2194560"/>
            <a:ext cx="0" cy="274320"/>
          </a:xfrm>
          <a:prstGeom prst="line">
            <a:avLst/>
          </a:prstGeom>
          <a:noFill/>
          <a:ln w="25400">
            <a:solidFill>
              <a:srgbClr val="0D4F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3291840" cy="594360"/>
          </a:xfrm>
          <a:prstGeom prst="rect">
            <a:avLst/>
          </a:prstGeom>
          <a:solidFill>
            <a:srgbClr val="1A7FC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MovementPattern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2468880"/>
            <a:ext cx="3291840" cy="594360"/>
          </a:xfrm>
          <a:prstGeom prst="rect">
            <a:avLst/>
          </a:prstGeom>
          <a:solidFill>
            <a:srgbClr val="1A7FC1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514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VotingPattern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273552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Attraction（吸引）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621024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Dispersion（分散）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968496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Driving（驅動）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315968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242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Clustering（叢集）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66344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590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Walk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3273552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56235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Rule（多數規則）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3621024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62356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 Model（投票模型）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另含 HardwareProtectionLayer — 獨立運作，防止碰撞與硬體損傷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運動模式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控制機器人群集的運動行為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Attraction 吸引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基於吸引勢場，機器人向感測器範圍內的障礙物移動，實現聚合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234440"/>
            <a:ext cx="64008" cy="1051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 分散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基於排斥勢場，機器人分佈開來並保持聯繫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64008" cy="105156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驅動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直線行駛，保持方向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468880"/>
            <a:ext cx="64008" cy="10515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叢集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 Moeslinger 的極簡集群演算法，協調運動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703320"/>
            <a:ext cx="64008" cy="10515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Walk 隨機遊走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直線行駛與隨機轉彎之間切換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1148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70332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Disscussed Dispersion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機器人依照群體決定的距離進行分佈（結合投票模式）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投票模式 — 集體決策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機器人透過交換意見達成共識，實現集體決策行為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64008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Rule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多數規則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根據多數人的意見更新自己的看法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滾動時間窗口：固定大小、不重疊的連續時間間隔，決策規則處理窗口內接收到的數據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23774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280160"/>
            <a:ext cx="4114800" cy="64008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Voter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投票模型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根據隨機鄰居的意見進行意見更新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每個機器人隨機選擇一個鄰居，採用該鄰居的意見，逐步收斂到共識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通訊機制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透過全域命名空間 ROS 2 主題交換意見（自訂訊息類型：機器人 ID + 意見整數）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所有群集成員位於同一網路中，共享主題可被所有成員存取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實驗驗證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三個不同平台成功驗證：TurtleBot3 Burger、TurtleBot3 Waffle Pi、Jackal UGV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943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TurtleBot3 Burger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室內研究平台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差速驅動、IMU、LiDAR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0.12m - 3.5m 範圍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59436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TurtleBot3 Waffle 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室內研究平台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 Raspberry Pi 相機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 LiDAR 規格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280160"/>
            <a:ext cx="2651760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Jackal UGV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戶外研究平台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GPS、IMU、Jetson TX2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ZED 相機、Ouster OS1-16 LiDAR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0.8m - 5m 範圍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實驗結果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吸引模式：Gazebo 模擬中集群成功聚集為一簇。硬體實驗 6 分鐘後，六個機器人形成穩定群體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討論分散模式：結合投票與運動，機器人依群體共識保持指定距離分散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結論與價值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易於維護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模組化設計，行為可獨立、可組合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18872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極易擴展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新增行為只需繼承 AbstractPattern 類別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46888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跨平台通用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 ROS/ROS 2 相容平台，配置啟動腳本即可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0D4F8B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468880"/>
            <a:ext cx="64008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快速建構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提供即用型行為原語，大幅縮短叢集實驗建立時間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rgbClr val="1A7F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「ROS2swarm 融合了叢集機器人的優勢（適應性、穩健性、可擴展性）以及 ROS 2 的優勢（平台獨立性、模組化）」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論文：arXiv:2405.02438v1  •  程式碼：GitLab (ROS2/ros2swarm)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ROS2swarm 介紹與應用</dc:title>
  <dc:subject>PptxGenJS Presentation</dc:subject>
  <dc:creator>黑皮</dc:creator>
  <cp:lastModifiedBy>黑皮</cp:lastModifiedBy>
  <cp:revision>1</cp:revision>
  <dcterms:created xsi:type="dcterms:W3CDTF">2026-06-12T15:23:06Z</dcterms:created>
  <dcterms:modified xsi:type="dcterms:W3CDTF">2026-06-12T15:23:06Z</dcterms:modified>
</cp:coreProperties>
</file>