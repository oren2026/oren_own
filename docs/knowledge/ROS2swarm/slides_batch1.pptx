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ROS2swarm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用於群體機器人行為的 ROS 2 軟體包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3017520"/>
            <a:ext cx="2743200" cy="27432"/>
          </a:xfrm>
          <a:prstGeom prst="rect">
            <a:avLst/>
          </a:prstGeom>
          <a:solidFill>
            <a:srgbClr val="1A7FC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Tanja Katharina Kaiser 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德國呂貝克大學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arXiv:2405.02438v1  •  2024年5月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7FC1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736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Swarm Robotics  •  ROS 2  •  去中心化架構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972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Swarm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1691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Robotics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叢集機器人學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0" y="365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840480" y="960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去中心化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0" y="1325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沒有中央控制節點，每個機器人自主決策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0" y="1828800"/>
            <a:ext cx="4572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簡單規則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單一機器人行為簡單，依賴協作產生複雜行為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0" y="2788920"/>
            <a:ext cx="4572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2880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湧現行為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3246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大量個體互動後，產生預期外的整體行為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0" y="3749040"/>
            <a:ext cx="4572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3840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高穩健性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40480" y="4206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部分成員失效不影響任務，無單點故障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「相對簡單的機器人協同完成任務，最大優勢是系統的穩健性」— Hamann, 2018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 ROS2 更適合叢集？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2918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 1 — 中央主節點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依賴中央 ROS Master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與去中心化概念相違背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單點故障風險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擴展性受限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31920" cy="32918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 2 — DDS 去中心化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00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無中央主節點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194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資料分發服務 (DDS) 中間件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788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真正的去中心化架構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平台無關性高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 2 的 DDS 中間件實現了真正的去中心化，更符合叢集機器人的核心概念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現有方案的問題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8229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依賴中央元件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多數現有 ROS 軟體包仍依賴中央 ROS Master，與去中心化理念違背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965960"/>
            <a:ext cx="73152" cy="8229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57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缺乏通用框架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通用的「群體庫」尚不存在，程式碼重用困難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926080"/>
            <a:ext cx="73152" cy="8229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硬體綁定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337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機器人平台多樣性高，現有方案往往硬體相關，難以跨平台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886200"/>
            <a:ext cx="73152" cy="8229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77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實驗困難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4297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原型設計和實驗往往需要機器人間通訊，原型設計複雜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ROS2swarm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一個即用型的 ROS 2 叢集行為庫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51760" cy="219456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模組化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8720" y="2514600"/>
            <a:ext cx="118872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974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AbstractPattern 基類，所有行為皆可獨立或組合使用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651760" cy="219456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平台無關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23360" y="2514600"/>
            <a:ext cx="118872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6974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支援 TurtleBot3、Jackal，極易擴展到其他 ROS 2 平台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828800"/>
            <a:ext cx="2651760" cy="219456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易擴展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0" y="2514600"/>
            <a:ext cx="118872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6974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新增行為只需繼承 AbstractPattern，啟動腳本自動整合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所有行為在每個機器人上自主獨立執行，透過全域命名空間 ROS 2 主題共享必要資料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7F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https://gitlab.iti.uni-luebeck.de/ROS2/ros2swarm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ROS2swarm 介紹與應用</dc:title>
  <dc:subject>PptxGenJS Presentation</dc:subject>
  <dc:creator>黑皮</dc:creator>
  <cp:lastModifiedBy>黑皮</cp:lastModifiedBy>
  <cp:revision>1</cp:revision>
  <dcterms:created xsi:type="dcterms:W3CDTF">2026-06-12T15:15:59Z</dcterms:created>
  <dcterms:modified xsi:type="dcterms:W3CDTF">2026-06-12T15:15:59Z</dcterms:modified>
</cp:coreProperties>
</file>