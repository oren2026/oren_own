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225295" cy="347472"/>
          </a:xfrm>
          <a:prstGeom prst="rect">
            <a:avLst/>
          </a:prstGeom>
          <a:solidFill>
            <a:srgbClr val="25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42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B923C"/>
                </a:solidFill>
              </a:rPr>
              <a:t>情境簡報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B923C"/>
                </a:solidFill>
              </a:rPr>
              <a:t>冰箱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4ADE80"/>
                </a:solidFill>
              </a:rPr>
              <a:t>餐桌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食物資料庫系統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478"/>
                </a:solidFill>
              </a:rPr>
              <a:t>三種使用模式：節源、買買買、AI對話。
不管想吃什麼，系統都幫你算出缺什麼。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2011680" cy="384048"/>
          </a:xfrm>
          <a:prstGeom prst="rect">
            <a:avLst/>
          </a:prstGeom>
          <a:solidFill>
            <a:srgbClr val="14141E"/>
          </a:solidFill>
          <a:ln w="635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節源模式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4937760"/>
            <a:ext cx="2011680" cy="384048"/>
          </a:xfrm>
          <a:prstGeom prst="rect">
            <a:avLst/>
          </a:prstGeom>
          <a:solidFill>
            <a:srgbClr val="14141E"/>
          </a:solidFill>
          <a:ln w="635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買買買模式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937760"/>
            <a:ext cx="2011680" cy="384048"/>
          </a:xfrm>
          <a:prstGeom prst="rect">
            <a:avLst/>
          </a:prstGeom>
          <a:solidFill>
            <a:srgbClr val="14141E"/>
          </a:solidFill>
          <a:ln w="635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AI對話模式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79" y="4937760"/>
            <a:ext cx="2011680" cy="384048"/>
          </a:xfrm>
          <a:prstGeom prst="rect">
            <a:avLst/>
          </a:prstGeom>
          <a:solidFill>
            <a:srgbClr val="14141E"/>
          </a:solidFill>
          <a:ln w="635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9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Expand 推薦引擎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896112" cy="347472"/>
          </a:xfrm>
          <a:prstGeom prst="rect">
            <a:avLst/>
          </a:prstGeom>
          <a:solidFill>
            <a:srgbClr val="25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B923C"/>
                </a:solidFill>
              </a:rPr>
              <a:t>使用情境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三種模式，覆蓋所有進廚房的理由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78"/>
                </a:solidFill>
              </a:rPr>
              <a:t>節源、規劃、探索——各有不同的輸入與輸出邏輯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1430000" cy="1234440"/>
          </a:xfrm>
          <a:prstGeom prst="rect">
            <a:avLst/>
          </a:prstGeom>
          <a:solidFill>
            <a:srgbClr val="0E1019"/>
          </a:solidFill>
          <a:ln w="6350">
            <a:solidFill>
              <a:srgbClr val="2512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320040" cy="1234440"/>
          </a:xfrm>
          <a:prstGeom prst="rect">
            <a:avLst/>
          </a:prstGeom>
          <a:solidFill>
            <a:srgbClr val="25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節源模式 — 冰箱剩什麼，就做什麼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用戶勾選：紅蘿蔔、高麗菜、蛋 → 系統回應：紅蘿蔔炒蛋 ✓ 完全符合、菇菇炒高麗菜 ✓ 完全符合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1430000" cy="1234440"/>
          </a:xfrm>
          <a:prstGeom prst="rect">
            <a:avLst/>
          </a:prstGeom>
          <a:solidFill>
            <a:srgbClr val="0E1019"/>
          </a:solidFill>
          <a:ln w="6350">
            <a:solidFill>
              <a:srgbClr val="0D26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320040" cy="1234440"/>
          </a:xfrm>
          <a:prstGeom prst="rect">
            <a:avLst/>
          </a:prstGeom>
          <a:solidFill>
            <a:srgbClr val="0D2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買買買模式 — 這週想吃什麼，一次規劃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用戶勾選這週想吃：滷肉飯、咖哩飯、煎餃 → 系統產出購物清單（已扣除庫存）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34840"/>
            <a:ext cx="11430000" cy="1920240"/>
          </a:xfrm>
          <a:prstGeom prst="rect">
            <a:avLst/>
          </a:prstGeom>
          <a:solidFill>
            <a:srgbClr val="0E1019"/>
          </a:solidFill>
          <a:ln w="6350">
            <a:solidFill>
              <a:srgbClr val="061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320040" cy="1920240"/>
          </a:xfrm>
          <a:prstGeom prst="rect">
            <a:avLst/>
          </a:prstGeom>
          <a:solidFill>
            <a:srgbClr val="0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</a:rPr>
              <a:t>AI對話模式 — 不知道吃什麼，讓 AI 幫你想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用戶：「我不知道要吃什麼」
AI：「那你冰箱有什麼？」
用戶：「高麗菜、紅蘿蔔、蛋、火鍋料」
AI：「不如今天吃火鍋搭配蛋花湯怎麼樣？」
用戶：「但我想多買一點」
AI：「來挑挑有什麼喜歡吃的吧」（系統根據庫存展開相關推薦）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1005840" cy="347472"/>
          </a:xfrm>
          <a:prstGeom prst="rect">
            <a:avLst/>
          </a:prstGeom>
          <a:solidFill>
            <a:srgbClr val="25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84048"/>
            <a:ext cx="822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B923C"/>
                </a:solidFill>
              </a:rPr>
              <a:t>資料庫架構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8 個子資料庫，撐起整個系統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78"/>
                </a:solidFill>
              </a:rPr>
              <a:t>每個資料庫解決一個問題，分工明確、可以各自擴充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</a:rPr>
              <a:t>食材庫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91640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764792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每種食材的名稱、營養素、GI值、發炎指標、保存方式、保存期限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0" y="1691640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18013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核心顆粒度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04288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95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</a:rPr>
              <a:t>食材狀態庫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304288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37744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使用者冰箱的目前庫存：數量、購買日期、過期預估、存放位置（冷藏/冷凍）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0" y="2304288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24140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冰箱掃描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16936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083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食譜庫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916936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990088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每道菜的完整配方：所需食材列表、步驟、整備/烹飪時間、困難度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0" y="2916936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30266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推薦主體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29584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21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Expand 關聯庫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529584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602736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每道菜的「相關菜」清單：使用相同核心食材的其他料理、用戶歷史延伸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8480" y="3529584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36393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Expand 引擎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42232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33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</a:rPr>
              <a:t>食材價格庫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142232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215384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每種食材的市場零售價格（每日更新）、批发價、特價週期、替代食材建議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4142232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成本控制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54880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</a:rPr>
              <a:t>餐點成本計算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4754880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4828032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每道菜的食材成本加總 + 人力水電估算 → 真實成本與自己煮省了多少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4754880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0" y="48646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省錢感知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67528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58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</a:rPr>
              <a:t>餐廳外食庫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5367528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54406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各餐廳的菜單、價格、食材組成、地點、等候時間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98480" y="5367528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20" y="54772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外食替代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980176"/>
            <a:ext cx="3474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0716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使用者偏好學習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5980176"/>
            <a:ext cx="649224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6053328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使用者喜歡/不喜歡的食材、做過的菜、歷史評分、近期購買記錄（Local 儲存）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98480" y="5980176"/>
            <a:ext cx="118872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89920" y="60899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478"/>
                </a:solidFill>
              </a:rPr>
              <a:t>個人化排序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664207" cy="347472"/>
          </a:xfrm>
          <a:prstGeom prst="rect">
            <a:avLst/>
          </a:prstGeom>
          <a:solidFill>
            <a:srgbClr val="0D2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ADE80"/>
                </a:solidFill>
              </a:rPr>
              <a:t>EXPAND 推薦引擎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核心邏輯：食材 Expandability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78"/>
                </a:solidFill>
              </a:rPr>
              <a:t>不是「你有什麼食材能做什麼菜」，而是「你選了這道菜，系統幫你展開相關的所有可能」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01168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920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</a:rPr>
              <a:t>選食材 or 選菜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47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828800"/>
            <a:ext cx="201168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920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</a:rPr>
              <a:t>Expand 相關食譜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47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828800"/>
            <a:ext cx="201168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920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</a:rPr>
              <a:t>庫存鉤稽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47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828800"/>
            <a:ext cx="201168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2" y="1920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</a:rPr>
              <a:t>計算差異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47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828800"/>
            <a:ext cx="2011680" cy="548640"/>
          </a:xfrm>
          <a:prstGeom prst="rect">
            <a:avLst/>
          </a:prstGeom>
          <a:solidFill>
            <a:srgbClr val="0E1019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8672" y="1920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</a:rPr>
              <a:t>產出購物清單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3474720" cy="12344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1188720" cy="1234440"/>
          </a:xfrm>
          <a:prstGeom prst="rect">
            <a:avLst/>
          </a:prstGeom>
          <a:solidFill>
            <a:srgbClr val="25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7889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</a:rPr>
              <a:t>用戶勾選
紅蘿蔔、高麗菜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72491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</a:rPr>
              <a:t>相關食譜：
紅蘿蔔炒蛋、滷肉飯
菇菇炒高麗菜、炸豬排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651760"/>
            <a:ext cx="3474720" cy="12344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651760"/>
            <a:ext cx="1188720" cy="1234440"/>
          </a:xfrm>
          <a:prstGeom prst="rect">
            <a:avLst/>
          </a:prstGeom>
          <a:solidFill>
            <a:srgbClr val="25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7889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</a:rPr>
              <a:t>用戶選了
滷肉飯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72491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8BFA"/>
                </a:solidFill>
              </a:rPr>
              <a:t>相關推薦：
紅燒肉、咖哩飯
（用相同蛋白質来源）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651760"/>
            <a:ext cx="3474720" cy="123444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2651760"/>
            <a:ext cx="1188720" cy="1234440"/>
          </a:xfrm>
          <a:prstGeom prst="rect">
            <a:avLst/>
          </a:prstGeom>
          <a:solidFill>
            <a:srgbClr val="25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7889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</a:rPr>
              <a:t>用戶選了
炸豬排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72491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</a:rPr>
              <a:t>高麗菜絲 ✓ 已有
豬排 ✗ 需購買
麵包粉 ✗ 需購買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Expand = 根據已選食材或已選菜，找出所有「使用相同核心食材」的其他料理，越多相關 = 越高 Expandability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896112" cy="347472"/>
          </a:xfrm>
          <a:prstGeom prst="rect">
            <a:avLst/>
          </a:prstGeom>
          <a:solidFill>
            <a:srgbClr val="0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22D3EE"/>
                </a:solidFill>
              </a:rPr>
              <a:t>推薦維度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三個維度同時評估，決定推薦排序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78"/>
                </a:solidFill>
              </a:rPr>
              <a:t>系統同時計算這三個分數，加權後輸出最終排序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3566160" cy="228600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8745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923C"/>
                </a:solidFill>
              </a:rPr>
              <a:t>庫存覆蓋度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這道菜有多少%食材家裡已經有？100% = 完全符合，不需要買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783080"/>
            <a:ext cx="3566160" cy="228600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8745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</a:rPr>
              <a:t>Expandability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3464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選這道之後，相關延伸料理有多少%家裡也有？越高越容易持續擴展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83080"/>
            <a:ext cx="3566160" cy="228600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8745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D3EE"/>
                </a:solidFill>
              </a:rPr>
              <a:t>時間窗口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3464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整備時間 + 烹飪時間，符合使用者現在的時間嗎？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維度加權（系統預設，可由使用者調整）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</a:rPr>
              <a:t>庫存覆蓋度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4663440"/>
            <a:ext cx="4480560" cy="274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617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93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</a:rPr>
              <a:t>Expandability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5138928"/>
            <a:ext cx="3840480" cy="274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50932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686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</a:rPr>
              <a:t>時間窗口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5614416"/>
            <a:ext cx="3200400" cy="274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55686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</a:rPr>
              <a:t>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使用者在「省錢模式」下可調高庫存覆蓋度權重，在「探索模式」下可調高 Expandability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896112" cy="347472"/>
          </a:xfrm>
          <a:prstGeom prst="rect">
            <a:avLst/>
          </a:prstGeom>
          <a:solidFill>
            <a:srgbClr val="0D2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ADE80"/>
                </a:solidFill>
              </a:rPr>
              <a:t>實作方向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三階段，循序漸進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78"/>
                </a:solidFill>
              </a:rPr>
              <a:t>不求一次到位，先做出能展示的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3566160" cy="274320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923C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923C"/>
                </a:solidFill>
              </a:rPr>
              <a:t>節源模式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8"/>
                </a:solidFill>
              </a:rPr>
              <a:t>食材庫(20種) + 食譜庫(30道)
+ 庫存勾選 + 基礎推薦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86200"/>
            <a:ext cx="3017520" cy="9144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478"/>
                </a:solidFill>
              </a:rPr>
              <a:t>JSON資料庫 + 可操作網頁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3566160" cy="274320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DE80"/>
                </a:solidFill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</a:rPr>
              <a:t>Expand + 買買買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1752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8"/>
                </a:solidFill>
              </a:rPr>
              <a:t>Expand關聯庫 + 多菜規劃
+ 購物清單生成 + 偏好Local學習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886200"/>
            <a:ext cx="3017520" cy="9144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977639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478"/>
                </a:solidFill>
              </a:rPr>
              <a:t>完整推薦邏輯 + 成本顯示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783080"/>
            <a:ext cx="3566160" cy="274320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D3EE"/>
                </a:solidFill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D3EE"/>
                </a:solidFill>
              </a:rPr>
              <a:t>AI對話 + 精誠串接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01752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8"/>
                </a:solidFill>
              </a:rPr>
              <a:t>自然語言對話介面
+ 精誠AI模型接入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886200"/>
            <a:ext cx="3017520" cy="9144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977639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478"/>
                </a:solidFill>
              </a:rPr>
              <a:t>可展示APP原型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外部資源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74920"/>
            <a:ext cx="3657600" cy="128016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</a:rPr>
              <a:t>🌐 Open Food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全球食材營養資料庫API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5074920"/>
            <a:ext cx="3657600" cy="128016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</a:rPr>
              <a:t>🗺️ Google Maps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577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餐廳地點、評價、外送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074920"/>
            <a:ext cx="3657600" cy="128016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</a:rPr>
              <a:t>🤖 精誠 AI 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577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吃結構化資料，輸出自然語言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打開冰箱，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B923C"/>
                </a:solidFill>
              </a:rPr>
              <a:t>就有答案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478"/>
                </a:solidFill>
              </a:rPr>
              <a:t>三種模式 + Expand引擎 + 庫存鉤稽，
把「今天吃什麼」的問題，變成「還缺什麼」的清單。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840480"/>
            <a:ext cx="3657600" cy="155448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B923C"/>
                </a:solidFill>
              </a:rPr>
              <a:t>Schema 先行的價值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478"/>
                </a:solidFill>
              </a:rPr>
              <a:t>先定義資料長什麼樣子，Expand關聯庫做起來才有根據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840480"/>
            <a:ext cx="3657600" cy="155448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</a:rPr>
              <a:t>MVP 先行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46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478"/>
                </a:solidFill>
              </a:rPr>
              <a:t>20種食材 + 30道食譜，就是第一個能展示的版本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840480"/>
            <a:ext cx="3657600" cy="1554480"/>
          </a:xfrm>
          <a:prstGeom prst="rect">
            <a:avLst/>
          </a:prstGeom>
          <a:solidFill>
            <a:srgbClr val="0E1019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</a:rPr>
              <a:t>Local + AI 混合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846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478"/>
                </a:solidFill>
              </a:rPr>
              <a:t>偏好資料存本地，AI處理對話，兼顧隱私與智慧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solidFill>
            <a:srgbClr val="14100A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509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下一步：定義 Expand 關聯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</a:rPr>
              <a:t>先把「哪些菜跟哪些菜使用相同核心食材」定義清楚，第一筆資料就能立刻開始建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